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09" d="100"/>
          <a:sy n="109" d="100"/>
        </p:scale>
        <p:origin x="316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Kyle Hollands</a:t>
            </a: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TBD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113200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Summary of all 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113200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Raw data was acquired through </a:t>
            </a:r>
            <a:r>
              <a:rPr lang="en-US" sz="7600" dirty="0" err="1">
                <a:solidFill>
                  <a:schemeClr val="bg2">
                    <a:lumMod val="50000"/>
                  </a:schemeClr>
                </a:solidFill>
                <a:latin typeface="Abadi"/>
              </a:rPr>
              <a:t>Spacex</a:t>
            </a: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 </a:t>
            </a:r>
            <a:r>
              <a:rPr lang="en-US" sz="7600" dirty="0" err="1">
                <a:solidFill>
                  <a:schemeClr val="bg2">
                    <a:lumMod val="50000"/>
                  </a:schemeClr>
                </a:solidFill>
                <a:latin typeface="Abadi"/>
              </a:rPr>
              <a:t>api</a:t>
            </a: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 endpoints as well as scraped from Wikipedia.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1353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Kyle Hollands</cp:lastModifiedBy>
  <cp:revision>202</cp:revision>
  <dcterms:created xsi:type="dcterms:W3CDTF">2021-04-29T18:58:34Z</dcterms:created>
  <dcterms:modified xsi:type="dcterms:W3CDTF">2026-10-26T22:36:08Z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